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1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965960" cy="34747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8A"/>
                </a:solidFill>
              </a:rPr>
              <a:t>아이스하키 입문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600"/>
              </a:lnSpc>
            </a:pPr>
            <a:r>
              <a:rPr sz="4600" b="1" i="0">
                <a:solidFill>
                  <a:srgbClr val="FFFFFF"/>
                </a:solidFill>
              </a:rPr>
              <a:t>하키,</a:t>
            </a:r>
          </a:p>
          <a:p>
            <a:pPr algn="l">
              <a:lnSpc>
                <a:spcPts val="5600"/>
              </a:lnSpc>
            </a:pPr>
            <a:r>
              <a:rPr sz="4600" b="1" i="0">
                <a:solidFill>
                  <a:srgbClr val="FFFFFF"/>
                </a:solidFill>
              </a:rPr>
              <a:t>나도 할 수 있을까?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1188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</a:pPr>
            <a:r>
              <a:rPr sz="1800" b="0" i="0">
                <a:solidFill>
                  <a:srgbClr val="60A5FA"/>
                </a:solidFill>
              </a:rPr>
              <a:t>궁금하긴 한데,</a:t>
            </a:r>
          </a:p>
          <a:p>
            <a:pPr algn="l">
              <a:lnSpc>
                <a:spcPts val="2800"/>
              </a:lnSpc>
            </a:pPr>
            <a:r>
              <a:rPr sz="1800" b="0" i="0">
                <a:solidFill>
                  <a:srgbClr val="60A5FA"/>
                </a:solidFill>
              </a:rPr>
              <a:t>어디서 시작해야 할지 모르겠다면.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6858000" cy="27432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583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@powerplay.kr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57200"/>
            <a:ext cx="64008" cy="26060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715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</a:pPr>
            <a:r>
              <a:rPr sz="3400" b="1" i="0">
                <a:solidFill>
                  <a:srgbClr val="1E3A8A"/>
                </a:solidFill>
              </a:rPr>
              <a:t>하키는 혼자 하는</a:t>
            </a:r>
          </a:p>
          <a:p>
            <a:pPr algn="l">
              <a:lnSpc>
                <a:spcPts val="4200"/>
              </a:lnSpc>
            </a:pPr>
            <a:r>
              <a:rPr sz="3400" b="1" i="0">
                <a:solidFill>
                  <a:srgbClr val="1E3A8A"/>
                </a:solidFill>
              </a:rPr>
              <a:t>운동이 아니에요.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84831"/>
            <a:ext cx="5715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</a:rPr>
              <a:t>팀이 생기고, 일상이 바뀌어요.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2724912"/>
            <a:ext cx="6035040" cy="228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907792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</a:pPr>
            <a:r>
              <a:rPr sz="2000" b="0" i="0">
                <a:solidFill>
                  <a:srgbClr val="374151"/>
                </a:solidFill>
              </a:rPr>
              <a:t>매주 같은 얼굴들이 링크장에 모여요.</a:t>
            </a:r>
          </a:p>
          <a:p>
            <a:pPr algn="l">
              <a:lnSpc>
                <a:spcPts val="3600"/>
              </a:lnSpc>
            </a:pPr>
            <a:r>
              <a:rPr sz="2000" b="0" i="0">
                <a:solidFill>
                  <a:srgbClr val="374151"/>
                </a:solidFill>
              </a:rPr>
              <a:t>같이 뛰고, 같이 지치고, 같이 웃어요.</a:t>
            </a:r>
          </a:p>
          <a:p>
            <a:pPr algn="l">
              <a:lnSpc>
                <a:spcPts val="3600"/>
              </a:lnSpc>
            </a:pPr>
            <a:r>
              <a:rPr sz="2000" b="0" i="0">
                <a:solidFill>
                  <a:srgbClr val="374151"/>
                </a:solidFill>
              </a:rPr>
              <a:t>그게 반복되다 보면,</a:t>
            </a:r>
          </a:p>
          <a:p>
            <a:pPr algn="l">
              <a:lnSpc>
                <a:spcPts val="3600"/>
              </a:lnSpc>
            </a:pPr>
            <a:r>
              <a:rPr sz="2000" b="0" i="0">
                <a:solidFill>
                  <a:srgbClr val="374151"/>
                </a:solidFill>
              </a:rPr>
              <a:t>어느 순간 팀이 생겨 있어요.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6858000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583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@powerplay.kr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5852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</a:pPr>
            <a:r>
              <a:rPr sz="3600" b="1" i="0">
                <a:solidFill>
                  <a:srgbClr val="1E3A8A"/>
                </a:solidFill>
              </a:rPr>
              <a:t>근데 막상</a:t>
            </a:r>
          </a:p>
          <a:p>
            <a:pPr algn="l">
              <a:lnSpc>
                <a:spcPts val="4400"/>
              </a:lnSpc>
            </a:pPr>
            <a:r>
              <a:rPr sz="3600" b="1" i="0">
                <a:solidFill>
                  <a:srgbClr val="1E3A8A"/>
                </a:solidFill>
              </a:rPr>
              <a:t>시작하려면...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901952"/>
            <a:ext cx="603504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901952"/>
            <a:ext cx="5623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❓  우리 동네 근처에 동호회가 있기는 할까?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816352"/>
            <a:ext cx="603504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816352"/>
            <a:ext cx="5623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❓  장비는 뭐부터 사야 하지?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730752"/>
            <a:ext cx="603504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730752"/>
            <a:ext cx="5623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❓  초보가 가도 진짜 괜찮을까?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645152"/>
            <a:ext cx="603504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645152"/>
            <a:ext cx="5623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❓  물어볼 데가 없어.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15000"/>
            <a:ext cx="5852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300" b="0" i="1">
                <a:solidFill>
                  <a:srgbClr val="6B7280"/>
                </a:solidFill>
              </a:rPr>
              <a:t>그래서 많은 사람이,</a:t>
            </a:r>
          </a:p>
          <a:p>
            <a:pPr algn="ctr">
              <a:lnSpc>
                <a:spcPts val="2000"/>
              </a:lnSpc>
            </a:pPr>
            <a:r>
              <a:rPr sz="1300" b="0" i="1">
                <a:solidFill>
                  <a:srgbClr val="6B7280"/>
                </a:solidFill>
              </a:rPr>
              <a:t>하키를 마음속에서만 하고 있어요.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6858000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583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@powerplay.kr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5852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00"/>
              </a:lnSpc>
            </a:pPr>
            <a:r>
              <a:rPr sz="3200" b="1" i="0">
                <a:solidFill>
                  <a:srgbClr val="FFFFFF"/>
                </a:solidFill>
              </a:rPr>
              <a:t>그 벽,</a:t>
            </a:r>
          </a:p>
          <a:p>
            <a:pPr algn="l">
              <a:lnSpc>
                <a:spcPts val="4000"/>
              </a:lnSpc>
            </a:pPr>
            <a:r>
              <a:rPr sz="3200" b="1" i="0">
                <a:solidFill>
                  <a:srgbClr val="FFFFFF"/>
                </a:solidFill>
              </a:rPr>
              <a:t>파워플레이가 먼저</a:t>
            </a:r>
          </a:p>
          <a:p>
            <a:pPr algn="l">
              <a:lnSpc>
                <a:spcPts val="4000"/>
              </a:lnSpc>
            </a:pPr>
            <a:r>
              <a:rPr sz="3200" b="1" i="0">
                <a:solidFill>
                  <a:srgbClr val="FFFFFF"/>
                </a:solidFill>
              </a:rPr>
              <a:t>허물어 놨어요.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2560320"/>
            <a:ext cx="6035040" cy="2743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60A5FA"/>
                </a:solidFill>
              </a:rPr>
              <a:t>50+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75887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E"/>
                </a:solidFill>
              </a:rPr>
              <a:t>전국 동호회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74320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60A5FA"/>
                </a:solidFill>
              </a:rPr>
              <a:t>400+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675887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E"/>
                </a:solidFill>
              </a:rPr>
              <a:t>경기 (3개월)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743200"/>
            <a:ext cx="2011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60A5FA"/>
                </a:solidFill>
              </a:rPr>
              <a:t>전국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675887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BFE"/>
                </a:solidFill>
              </a:rPr>
              <a:t>링크장 한눈에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279392"/>
            <a:ext cx="6035040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FDBFE"/>
                </a:solidFill>
              </a:rPr>
              <a:t>흩어져 있던 정보를 한 곳에 모았어요.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6858000" cy="27432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583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@powerplay.kr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E3A8A"/>
                </a:solidFill>
              </a:rPr>
              <a:t>3가지만 알려주세요.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98448"/>
            <a:ext cx="5852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0A5FA"/>
                </a:solidFill>
              </a:rPr>
              <a:t>나머지는 저희가 찾을게요.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920240"/>
            <a:ext cx="6035040" cy="2286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2185415"/>
            <a:ext cx="585216" cy="585216"/>
          </a:xfrm>
          <a:prstGeom prst="ellipse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185415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A5FA"/>
                </a:solidFill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121408"/>
            <a:ext cx="52669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</a:rPr>
              <a:t>어느 지역이에요?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3172968"/>
            <a:ext cx="585216" cy="585216"/>
          </a:xfrm>
          <a:prstGeom prst="ellipse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172968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A5FA"/>
                </a:solidFill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108960"/>
            <a:ext cx="52669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</a:rPr>
              <a:t>실력은 어느 정도예요?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4160520"/>
            <a:ext cx="585216" cy="585216"/>
          </a:xfrm>
          <a:prstGeom prst="ellipse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160520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0A5FA"/>
                </a:solidFill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4096512"/>
            <a:ext cx="526694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F2937"/>
                </a:solidFill>
              </a:rPr>
              <a:t>주로 언제 가능해요?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138928"/>
            <a:ext cx="6035040" cy="80467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138928"/>
            <a:ext cx="5623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3A8A"/>
                </a:solidFill>
              </a:rPr>
              <a:t>→  나에게 맞는 동호회를 추천드릴게요.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6858000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6583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@powerplay.kr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91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지금 시작해 봐요.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FDBFE"/>
                </a:solidFill>
              </a:rPr>
              <a:t>그 궁금증, 30초면 돼요.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840480"/>
            <a:ext cx="4297680" cy="8229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8404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3A8A"/>
                </a:solidFill>
              </a:rPr>
              <a:t>powerplay.kr/find-club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6858000" cy="274320"/>
          </a:xfrm>
          <a:prstGeom prst="rect">
            <a:avLst/>
          </a:prstGeom>
          <a:solidFill>
            <a:srgbClr val="172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583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@powerplay.kr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